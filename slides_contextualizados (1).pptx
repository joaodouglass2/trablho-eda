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Wine Quality (Red Wine)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Projeto de Machine Learning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Trabalho Final – Ciência de Dados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Importância prática de cada etapa do processo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Domínio: Qualidade do Vinho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Produção vinícola depende de controle químico do produto.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 avaliação humana é subjetiva e lenta.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ML permite prever qualidade usando medições laboratoriais.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Impacto: decisões rápidas, redução de custos e padronização.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Base de Dados — Wine Quality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- 1599 amostras de vinho tinto (red wine).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- 11 variáveis físico‑químicas medidas em laboratório.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Coluna ‘quality’ representa avaliação sensorial.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Relevância: muito usada em benchmarks de ML para classificação.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Pré‑Processamento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Conversão da variável ‘quality’ em classificação binária (&gt;=7 = good).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Necessário para equilibrar classes e simplificar decisão.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Padronização: SVM exige dados na mesma escala para bom desempenho.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Impacto: garante dados limpos, coerentes e prontos para modelagem.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Exploração e Entendimento (EDA)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Identifica padrões e relações entre variáveis.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Verifica distribuição das classes e possíveis desbalanceamentos.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Heatmap de correlação revela quais características mais influenciam a qualidade.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Impacto: guia a escolha de algoritmos e possíveis transformações.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Escolha dos Modelos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Random Forest: robusto, interpretável, lida bem com dados não padronizados.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SVM: excelente para fronteiras complexas; precisa de normalização.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Dois modelos → comparação obrigatória e análises mais completas.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Impacto: demonstra domínio sobre técnicas distintas.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Busca de Hiperparâmetros (GridSearchCV)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Testa várias combinações de parâmetros automaticamente.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Estratificação garante avaliação justa entre classes.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Métrica F1 prioriza equilíbrio entre precisão e recall.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Impacto: melhora o desempenho final do modelo e reduz viés.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Avaliação de Desempenho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Accuracy, Precision, Recall e F1 mostram diferentes perspectivas.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ROC AUC analisa capacidade geral de separação.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Matriz de confusão identifica erros críticos (false positives/negatives).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Impacto: escolha consciente do melhor modelo.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Interpretação das Importâncias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Random Forest fornece ranking das features.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Identifica as variáveis que realmente influenciam o sabor.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Impacto: clareza para o domínio e orientações futuras à indústria.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Conclusões</a:t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Ambos os modelos fornecem insights importantes.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SVM pode performar melhor após padronização.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Random Forest facilita explicações para o usuário final.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Projeto mostra domínio completo das etapas exigidas.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